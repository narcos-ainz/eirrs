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dirty="0"/>
              <a:t>Emergency Incident Reporting</a:t>
            </a:r>
            <a:br>
              <a:rPr dirty="0"/>
            </a:br>
            <a:r>
              <a:rPr dirty="0"/>
              <a:t>&amp; Response System (EIRRS)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rPr sz="1600" dirty="0"/>
              <a:t>A web-based application designed to help citizens report emergencies quickly and help responders track and manage dispatches on a live 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4114800"/>
            <a:ext cx="5079037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1545" y="4297680"/>
            <a:ext cx="29718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STUDENT / DEVELOPE</a:t>
            </a:r>
            <a:r>
              <a:rPr lang="en-US" dirty="0"/>
              <a:t>R</a:t>
            </a:r>
          </a:p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rPr lang="en-US" sz="2000" dirty="0" err="1"/>
              <a:t>Bojuwoye</a:t>
            </a:r>
            <a:r>
              <a:rPr lang="en-US" sz="2000" dirty="0"/>
              <a:t> </a:t>
            </a:r>
            <a:r>
              <a:rPr lang="en-US" sz="2000" dirty="0" err="1"/>
              <a:t>Edeosa</a:t>
            </a:r>
            <a:endParaRPr lang="en-US" sz="2000" dirty="0"/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Software Engineering / Computer Science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72251" y="3999280"/>
            <a:ext cx="485775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2751" y="4182160"/>
            <a:ext cx="29718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rPr dirty="0"/>
              <a:t>TOOLS &amp; TECHNOLOGIES</a:t>
            </a:r>
          </a:p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rPr sz="2000" dirty="0"/>
              <a:t>Python • SQLite • Leaflet.js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Frontend: HTML/CSS/JS | Charts: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9184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Why Did We Build EIRRS?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Current emergency reporting methods cause delays, confusion, and poor communication between victims and responders.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384881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rPr dirty="0"/>
              <a:t>EIRRS  •  EMERGENCY INCIDENT REPORTING &amp; RESPONSE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8006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Arial"/>
              </a:defRPr>
            </a:pPr>
            <a:r>
              <a:rPr dirty="0"/>
              <a:t>01  •  Phone Calls Lack Exact Location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When callers are panicked, it is difficult to explain exact streets or landmarks. Responders lose valuable time searching for the scene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8006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Arial"/>
              </a:defRPr>
            </a:pPr>
            <a:r>
              <a:rPr dirty="0"/>
              <a:t>02  •  Hard to Prioritize Reports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When multiple emergencies happen at the same time, manual notes make it hard to quickly decide which incident needs immediate attention.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8006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03  •  No Visual Map for Dispatchers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Emergency managers cannot see all active incidents on a single screen. This leads to sending responders to the wrong place or sending two teams to one scene.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8006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Arial"/>
              </a:defRPr>
            </a:pPr>
            <a:r>
              <a:rPr dirty="0"/>
              <a:t>04  •  No Status Feedback for Citizens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After calling for help, citizens have no way to know if their report was received or if a team has been sent, creating panic and repeated calls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9184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What Does the System Achieve?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Four clear goals designed to solve the problems in simple, practical ways.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384881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rPr dirty="0"/>
              <a:t>EIRRS  •  EMERGENCY INCIDENT REPORTING &amp; RESPONSE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9456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GOAL 1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rPr dirty="0"/>
              <a:t>Simple Citizen Portal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rPr sz="1600" dirty="0"/>
              <a:t>Provide an easy form where anyone can report an emergency, describe what happened, and drop a pin on a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0168" y="1920240"/>
            <a:ext cx="21945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rPr dirty="0"/>
              <a:t>GOAL 2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rPr dirty="0"/>
              <a:t>Automatic Priority Sorting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Automatically label incidents as High, Medium, or Low priority based on the category (e.g., Fire/Medical vs minor issues).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69164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5936" y="1920240"/>
            <a:ext cx="21945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Arial"/>
              </a:defRPr>
            </a:pPr>
            <a:r>
              <a:rPr dirty="0"/>
              <a:t>GOAL 3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rPr dirty="0"/>
              <a:t>Interactive Live Map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Show all reports as color-coded pins on a live map so dispatchers can see locations clearly and assign response teams.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78824" y="169164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61704" y="1920240"/>
            <a:ext cx="21945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rPr dirty="0"/>
              <a:t>GOAL 4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rPr dirty="0"/>
              <a:t>Clear Status Tracking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Track reports from 'Reported' to 'Dispatched' to 'Resolved' with timestamps and summary charts for administration.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9184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How the System is Built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We chose lightweight, reliable, and standard tools to keep the application fast and easy to maintain.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384881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rPr dirty="0"/>
              <a:t>EIRRS  •  EMERGENCY INCIDENT REPORTING &amp; RESPONSE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5912" cy="10241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1024128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1. Frontend (User Interface)  —  HTML</a:t>
            </a:r>
            <a:r>
              <a:rPr lang="en-US" dirty="0"/>
              <a:t>,</a:t>
            </a:r>
            <a:r>
              <a:rPr dirty="0"/>
              <a:t> CSS, JavaScript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Creates a clean, responsive layout for both desktop and mobile screens. Allows users to type details and interact with the form easily.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25912" cy="10241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44368"/>
            <a:ext cx="1024128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Arial"/>
              </a:defRPr>
            </a:pPr>
            <a:r>
              <a:rPr dirty="0"/>
              <a:t>2. Interactive Map  —  Leaflet.js (OpenStreetMap)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A free, lightweight JavaScript map library. It loads map tiles quickly and lets users click on the map to save latitude and longitude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10725912" cy="10241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087367"/>
            <a:ext cx="102412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Arial"/>
              </a:defRPr>
            </a:pPr>
            <a:r>
              <a:rPr dirty="0"/>
              <a:t>3. Backend (Application Logic)  —  Python Web Server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Handles form submissions, checks inputs, determines urgency levels, updates incident statuses, and connects to the database.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725912" cy="10241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230368"/>
            <a:ext cx="102412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Arial"/>
              </a:defRPr>
            </a:pPr>
            <a:r>
              <a:rPr dirty="0"/>
              <a:t>4. Database &amp; Reports  —  SQLite &amp; Matplotlib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SQLite stores all user, report, and dispatch records in one simple file. Matplotlib generates summary charts for admin review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9184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Main User Roles &amp; Features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The system separates citizen reporting from administrative dispatch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384881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rPr dirty="0"/>
              <a:t>EIRRS  •  EMERGENCY INCIDENT REPORTING &amp; RESPONSE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4453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90672" cy="427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rPr dirty="0"/>
              <a:t>FEATURE 1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rPr dirty="0"/>
              <a:t>Citizen Portal</a:t>
            </a:r>
            <a:endParaRPr lang="en-US" dirty="0"/>
          </a:p>
          <a:p>
            <a:br>
              <a:rPr lang="en-US" dirty="0"/>
            </a:br>
            <a:r>
              <a:rPr lang="en-US" sz="1600" dirty="0">
                <a:solidFill>
                  <a:schemeClr val="bg1"/>
                </a:solidFill>
              </a:rPr>
              <a:t>• Easy Reporting Form: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  Citizens select the emergency category (Fire, Medical, Accident, Crime) and type details.</a:t>
            </a:r>
          </a:p>
          <a:p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• Click-to-Pin Location: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Users click their exact spot on the map to attach GPS coordinates automatically.</a:t>
            </a:r>
          </a:p>
          <a:p>
            <a:br>
              <a:rPr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Report Tracking ID: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  Generates a reference code so the reporter can follow up </a:t>
            </a:r>
            <a:r>
              <a:rPr lang="en-US" dirty="0">
                <a:solidFill>
                  <a:schemeClr val="bg1"/>
                </a:solidFill>
              </a:rPr>
              <a:t>on their </a:t>
            </a:r>
            <a:r>
              <a:rPr lang="en-US" sz="1600" dirty="0">
                <a:solidFill>
                  <a:schemeClr val="bg1"/>
                </a:solidFill>
              </a:rPr>
              <a:t>submission.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874520"/>
            <a:ext cx="3090672" cy="3962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  <a:latin typeface="Arial"/>
              </a:defRPr>
            </a:pPr>
            <a:r>
              <a:rPr dirty="0"/>
              <a:t>FEATURE 2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rPr dirty="0"/>
              <a:t>Admin &amp; Dispatch Panel</a:t>
            </a:r>
          </a:p>
          <a:p>
            <a:br>
              <a:rPr dirty="0"/>
            </a:br>
            <a:r>
              <a:rPr sz="1600" dirty="0">
                <a:solidFill>
                  <a:schemeClr val="bg1"/>
                </a:solidFill>
              </a:rPr>
              <a:t>• Live Map Overview: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Admins see all reported incidents plotted on a map with color-coded urgency pins.</a:t>
            </a:r>
          </a:p>
          <a:p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•Admin emergency message: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admin receives a message on their dashboard when an incident is logged in.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Update Incident Status: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  Change state from 'Pending' to 'Dispatched' to 'Resolved' with a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4" y="1874520"/>
            <a:ext cx="3090672" cy="3962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Arial"/>
              </a:defRPr>
            </a:pPr>
            <a:r>
              <a:rPr dirty="0"/>
              <a:t>FEATURE 3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rPr dirty="0"/>
              <a:t>Security &amp; Records</a:t>
            </a:r>
          </a:p>
          <a:p>
            <a:br>
              <a:rPr dirty="0"/>
            </a:br>
            <a:r>
              <a:rPr sz="1600" dirty="0">
                <a:solidFill>
                  <a:schemeClr val="bg1"/>
                </a:solidFill>
              </a:rPr>
              <a:t>• Role-Based Login: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Citizens use the public page; dispatchers and admins log in with secure credentials.</a:t>
            </a:r>
          </a:p>
          <a:p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• Activity Logging: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  Every status change records who updated it and the exact time it happened.</a:t>
            </a:r>
          </a:p>
          <a:p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Clean Data Storage: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  All reports and unit dispatches are safely linked in the database.</a:t>
            </a:r>
            <a:endParaRPr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9184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INTERACTIVE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69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rPr dirty="0"/>
              <a:t>How the Leaflet.js Map Works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Why Leaflet.js is used and how it helps emergency dispatchers make quick decisions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384881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rPr dirty="0"/>
              <a:t>EIRRS  •  EMERGENCY INCIDENT REPORTING &amp; RESPONSE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8006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rPr sz="2000" dirty="0"/>
              <a:t>HOW THE MAP WORKS IN PRACTICE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• Pinning Coordinates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When a user clicks on the map, Leaflet captures the latitude and longitude and stores them directly in the form.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• Color-Coded Status Markers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Markers change color to give dispatchers quick visual clues:</a:t>
            </a:r>
            <a:br>
              <a:rPr sz="1400" dirty="0"/>
            </a:br>
            <a:r>
              <a:rPr sz="1400" dirty="0"/>
              <a:t>• Red: Critical / Urgent (e.g. building fire, major crash)</a:t>
            </a:r>
            <a:br>
              <a:rPr sz="1400" dirty="0"/>
            </a:br>
            <a:r>
              <a:rPr sz="1400" dirty="0"/>
              <a:t>• Orange / Yellow: High or Moderate priority</a:t>
            </a:r>
            <a:br>
              <a:rPr sz="1400" dirty="0"/>
            </a:br>
            <a:r>
              <a:rPr sz="1400" dirty="0"/>
              <a:t>• Green: Resolved / Cleared incident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• Click-to-View Popups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rPr sz="1200" dirty="0"/>
              <a:t>Clicking any marker opens a small popup showing the incident type, time reported, and current response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91640"/>
            <a:ext cx="5257800" cy="135331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56232"/>
            <a:ext cx="4846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Arial"/>
              </a:defRPr>
            </a:pPr>
            <a:r>
              <a:rPr sz="1600" dirty="0"/>
              <a:t>Why Leaflet.js?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It is open-source, completely free, and doesn't require expensive API keys like Google 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172968"/>
            <a:ext cx="5257800" cy="135331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337560"/>
            <a:ext cx="4846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rPr sz="1600" dirty="0"/>
              <a:t>Prevents Duplicate Dispatches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If multiple people report the same fire, the dispatcher sees the pins clustered together and avoids sending two teams.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654296"/>
            <a:ext cx="5257800" cy="135331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818888"/>
            <a:ext cx="4846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rPr sz="1600" dirty="0"/>
              <a:t>Fast &amp; Lightweight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It runs smoothly in standard web browsers without needing heavy software installations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9184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69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rPr dirty="0"/>
              <a:t>Simple &amp; Clean SQLite Database Tables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The database uses 4 simple tables that are easy to explain during your defense.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3953005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rPr dirty="0"/>
              <a:t>EIRRS  •  EMERGENCY INCIDENT REPORTING &amp; RESPONSE SYSTEM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22860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rPr dirty="0"/>
              <a:t>1. Users Table</a:t>
            </a:r>
          </a:p>
          <a:p>
            <a:br>
              <a:rPr dirty="0"/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user_id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(Unique ID for each account)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username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(Login name)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password_hash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(Encrypted password)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role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(Citizen, Dispatcher, or Admin)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phone_number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(Contact number)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84448" y="1874520"/>
            <a:ext cx="2286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Arial"/>
              </a:defRPr>
            </a:pPr>
            <a:r>
              <a:rPr dirty="0"/>
              <a:t>2. Incidents Table</a:t>
            </a:r>
          </a:p>
          <a:p>
            <a:br>
              <a:rPr dirty="0"/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incident_id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(Unique code for the report)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category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(Fire, Medical, Crime, Accident)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priority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(High, Medium, or Low)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latitude / long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(Map coordinates)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status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(Pending, Dispatched, Re</a:t>
            </a:r>
            <a:r>
              <a:rPr lang="en-US" sz="1400" dirty="0">
                <a:solidFill>
                  <a:schemeClr val="bg1"/>
                </a:solidFill>
              </a:rPr>
              <a:t>solved)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163056" y="169164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0216" y="1874520"/>
            <a:ext cx="2286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rPr dirty="0"/>
              <a:t>3. Dispatches Table</a:t>
            </a:r>
          </a:p>
          <a:p>
            <a:br>
              <a:rPr dirty="0"/>
            </a:br>
            <a:r>
              <a:rPr lang="en-US" sz="1400" dirty="0">
                <a:solidFill>
                  <a:schemeClr val="bg1"/>
                </a:solidFill>
              </a:rPr>
              <a:t>• </a:t>
            </a:r>
            <a:r>
              <a:rPr lang="en-US" sz="1400" dirty="0" err="1">
                <a:solidFill>
                  <a:schemeClr val="bg1"/>
                </a:solidFill>
              </a:rPr>
              <a:t>dispatch_id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  (Unique dispatch ID)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</a:t>
            </a:r>
            <a:r>
              <a:rPr lang="en-US" sz="1400" dirty="0" err="1">
                <a:solidFill>
                  <a:schemeClr val="bg1"/>
                </a:solidFill>
              </a:rPr>
              <a:t>incident_id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  (Links to the incident)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</a:t>
            </a:r>
            <a:r>
              <a:rPr lang="en-US" sz="1400" dirty="0" err="1">
                <a:solidFill>
                  <a:schemeClr val="bg1"/>
                </a:solidFill>
              </a:rPr>
              <a:t>dispatched_time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  (When unit was sent)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• notes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  (Notes from the dispatcher)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78824" y="169164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15984" y="1874520"/>
            <a:ext cx="22860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Arial"/>
              </a:defRPr>
            </a:pPr>
            <a:r>
              <a:rPr dirty="0"/>
              <a:t>4. Status Logs Table</a:t>
            </a:r>
          </a:p>
          <a:p>
            <a:br>
              <a:rPr dirty="0"/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log_id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(Unique log ID)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incident_id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(Links to the incident)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old_status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(Previous status)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new_status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(Updated status)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timestamp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(Exact time of the change)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9184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DATA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69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rPr dirty="0"/>
              <a:t>Using Matplotlib for Summary Reports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Simple visual graphs help supervisors understand emergency trends and performance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384881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rPr dirty="0"/>
              <a:t>EIRRS  •  EMERGENCY INCIDENT REPORTING &amp; RESPONSE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48006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Arial"/>
              </a:defRPr>
            </a:pPr>
            <a:r>
              <a:rPr sz="1600" dirty="0"/>
              <a:t>TOTAL REPORTS BY CATEGORY</a:t>
            </a:r>
            <a:br>
              <a:rPr sz="1600" dirty="0"/>
            </a:br>
            <a:r>
              <a:rPr sz="1600" dirty="0"/>
              <a:t>Which emergencies happen most often?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A bar chart showing the breakdown between medical cases, fire alerts, road accidents, and security issues. Helps know what equipment is needed most.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25780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8006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rPr sz="1600" dirty="0"/>
              <a:t>REPORTS BY TIME OF DAY</a:t>
            </a:r>
            <a:br>
              <a:rPr sz="1600" dirty="0"/>
            </a:br>
            <a:r>
              <a:rPr sz="1600" dirty="0"/>
              <a:t>When do most emergencies occur?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A line chart showing peak reporting hours (morning, afternoon, night). Helps station leaders schedule more dispatchers during rush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800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rPr sz="1600" dirty="0"/>
              <a:t>AVERAGE RESPONSE TIME</a:t>
            </a:r>
            <a:br>
              <a:rPr sz="1600" dirty="0"/>
            </a:br>
            <a:r>
              <a:rPr sz="1600" dirty="0"/>
              <a:t>How fast are teams being sent?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Calculates the average time between when a citizen submits a report and when a dispatch unit is assigned.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800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Arial"/>
              </a:defRPr>
            </a:pPr>
            <a:r>
              <a:rPr sz="1600" dirty="0"/>
              <a:t>RESOLUTION RATE</a:t>
            </a:r>
            <a:br>
              <a:rPr sz="1600" dirty="0"/>
            </a:br>
            <a:r>
              <a:rPr sz="1600" dirty="0"/>
              <a:t>How many cases are cleared?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rPr sz="1400" dirty="0"/>
              <a:t>A pie chart showing how many incidents were successfully resolved versus cases that are still pending or underway.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9184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Step-by-Step System Flow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From the moment a citizen makes a report to when the emergency is resolved.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384881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rPr dirty="0"/>
              <a:t>EIRRS  •  EMERGENCY INCIDENT REPORTING &amp; RESPONSE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57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78308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rPr dirty="0"/>
              <a:t>Step 1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Citizen Reports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A citizen opens the site, picks emergency category, types what happened, and clicks their location on the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828800"/>
            <a:ext cx="2057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1" y="2011680"/>
            <a:ext cx="178308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Arial"/>
              </a:defRPr>
            </a:pPr>
            <a:r>
              <a:rPr dirty="0"/>
              <a:t>Step 2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System Sorts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The Python backend saves the report and sets priority level (High, Medium, or Low).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828800"/>
            <a:ext cx="2057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21224" y="2011680"/>
            <a:ext cx="178308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rial"/>
              </a:defRPr>
            </a:pPr>
            <a:r>
              <a:rPr dirty="0"/>
              <a:t>Step 3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Map Alerts Admin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The report appears on the admin dashboard as a colored pin with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828800"/>
            <a:ext cx="2057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7496" y="2011680"/>
            <a:ext cx="178308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rPr dirty="0"/>
              <a:t>Step 4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Unit Dispatched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The dispatcher </a:t>
            </a:r>
            <a:r>
              <a:rPr lang="en-US" dirty="0" err="1">
                <a:solidFill>
                  <a:schemeClr val="bg1"/>
                </a:solidFill>
              </a:rPr>
              <a:t>verifys</a:t>
            </a:r>
            <a:r>
              <a:rPr lang="en-US" dirty="0">
                <a:solidFill>
                  <a:schemeClr val="bg1"/>
                </a:solidFill>
              </a:rPr>
              <a:t> the incident then dispatch an emergency team </a:t>
            </a:r>
            <a:r>
              <a:rPr dirty="0">
                <a:solidFill>
                  <a:schemeClr val="bg1"/>
                </a:solidFill>
              </a:rPr>
              <a:t>and updates the status to 'Dispatched'.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828800"/>
            <a:ext cx="2057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73768" y="2011680"/>
            <a:ext cx="178308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  <a:latin typeface="Arial"/>
              </a:defRPr>
            </a:pPr>
            <a:r>
              <a:rPr dirty="0"/>
              <a:t>Step 5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rPr dirty="0"/>
              <a:t>Issue Resolved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Once help arrives and the problem is handled, the status changes to 'Resolved' and is saved in history.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9184"/>
          </a:xfrm>
          <a:prstGeom prst="roundRect">
            <a:avLst/>
          </a:prstGeom>
          <a:solidFill>
            <a:srgbClr val="192D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Summary &amp; Project Defense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 quick recap of the work done and why EIRRS is practical and effective.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384881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rPr dirty="0"/>
              <a:t>EIRRS  •  EMERGENCY INCIDENT REPORTING &amp; RESPONSE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576072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Arial"/>
              </a:defRPr>
            </a:pPr>
            <a:r>
              <a:rPr dirty="0"/>
              <a:t>PROJECT SUMMARY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• Fast &amp; Easy to Use: Citizens can report an emergency and pick their location on a map in less than a minute.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Clear for Responders: The Leaflet.js map shows all incidents with color pins so dispatchers don't get confused.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Built with Simple, Solid Code: Uses standard Python, a clean SQLite database, and free web tools that are easy to run and explain.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Real-World Impact: Solves the delay and lack of feedback found in standard emergency call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79392" cy="4389120"/>
          </a:xfrm>
          <a:prstGeom prst="roundRect">
            <a:avLst/>
          </a:prstGeom>
          <a:solidFill>
            <a:srgbClr val="182235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52360" y="2892951"/>
            <a:ext cx="373075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Arial"/>
              </a:defRPr>
            </a:pPr>
            <a:r>
              <a:rPr lang="en-US" sz="6600" dirty="0"/>
              <a:t>THANK YOU</a:t>
            </a:r>
          </a:p>
          <a:p>
            <a:pPr algn="ctr">
              <a:defRPr sz="2800" b="1">
                <a:solidFill>
                  <a:srgbClr val="EF4444"/>
                </a:solidFill>
                <a:latin typeface="Arial"/>
              </a:defRPr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Project  Developer :</a:t>
            </a:r>
          </a:p>
          <a:p>
            <a:pPr algn="ctr">
              <a:defRPr sz="2800" b="1">
                <a:solidFill>
                  <a:srgbClr val="EF4444"/>
                </a:solidFill>
                <a:latin typeface="Arial"/>
              </a:defRPr>
            </a:pP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Bojuwoye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Edeosa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1704</Words>
  <Application>Microsoft Office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Last Knight</cp:lastModifiedBy>
  <cp:revision>3</cp:revision>
  <dcterms:created xsi:type="dcterms:W3CDTF">2013-01-27T09:14:16Z</dcterms:created>
  <dcterms:modified xsi:type="dcterms:W3CDTF">2026-10-04T23:20:42Z</dcterms:modified>
  <cp:category/>
</cp:coreProperties>
</file>